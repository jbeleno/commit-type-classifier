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Fira Code"/>
              </a:rPr>
              <a:t>commit-type-classifier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Fira Sans"/>
              </a:rPr>
              <a:t>Commit Type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Fira Sans"/>
              </a:rPr>
              <a:t>Component 2 — AI for Software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914400" cy="292608"/>
          </a:xfrm>
          <a:prstGeom prst="rect">
            <a:avLst/>
          </a:prstGeom>
          <a:solidFill>
            <a:srgbClr val="1E4340"/>
          </a:solidFill>
          <a:ln w="63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Fira Code"/>
              </a:rPr>
              <a:t>feat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3291840"/>
            <a:ext cx="914400" cy="292608"/>
          </a:xfrm>
          <a:prstGeom prst="rect">
            <a:avLst/>
          </a:prstGeom>
          <a:solidFill>
            <a:srgbClr val="402D3C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2918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Fira Code"/>
              </a:rPr>
              <a:t>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79" y="3291840"/>
            <a:ext cx="914400" cy="292608"/>
          </a:xfrm>
          <a:prstGeom prst="rect">
            <a:avLst/>
          </a:prstGeom>
          <a:solidFill>
            <a:srgbClr val="22415A"/>
          </a:solidFill>
          <a:ln w="63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32918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38BDF8"/>
                </a:solidFill>
                <a:latin typeface="Fira Code"/>
              </a:rPr>
              <a:t>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3291840"/>
            <a:ext cx="914400" cy="292608"/>
          </a:xfrm>
          <a:prstGeom prst="rect">
            <a:avLst/>
          </a:prstGeom>
          <a:solidFill>
            <a:srgbClr val="34395A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2918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A78BFA"/>
                </a:solidFill>
                <a:latin typeface="Fira Code"/>
              </a:rPr>
              <a:t>refactor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91840"/>
            <a:ext cx="914400" cy="292608"/>
          </a:xfrm>
          <a:prstGeom prst="rect">
            <a:avLst/>
          </a:prstGeom>
          <a:solidFill>
            <a:srgbClr val="42423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29184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BBF24"/>
                </a:solidFill>
                <a:latin typeface="Fira Code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Fira Sans"/>
              </a:rPr>
              <a:t>Jesús Beleño  ·  Juan Forero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BEINSOF52 · Artificial Intelligence  ·  Advisor: Juan Antonio Castro Silva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Fira Code"/>
              </a:rPr>
              <a:t>Universidad Surcolombiana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Fira Code"/>
              </a:rPr>
              <a:t>github.com/jbeleno/commit-type-classifier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Conventional Commits adoption is uneven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6616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" cy="2743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8346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Fira Code"/>
              </a:rPr>
              <a:t>&lt; 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834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of public commits strictly follow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the Conventional Commits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1828800"/>
            <a:ext cx="356616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828800"/>
            <a:ext cx="54864" cy="2743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057400"/>
            <a:ext cx="28346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Fira Code"/>
              </a:rPr>
              <a:t>~ 40 %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383280"/>
            <a:ext cx="2834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disagreement rate between author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prefix and a defensible re-classification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1828800"/>
            <a:ext cx="356616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828800"/>
            <a:ext cx="54864" cy="2743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2057400"/>
            <a:ext cx="28346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Fira Code"/>
              </a:rPr>
              <a:t>38,965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383280"/>
            <a:ext cx="2834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labelled commits retained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after filtering the 5 target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Fira Sans"/>
              </a:rPr>
              <a:t>Two consequences:  manual triage is expensive  ·  author-supplied labels are inconsistent.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02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Five heterogeneous models, one local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121408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" cy="26517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66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Fira Code"/>
              </a:rPr>
              <a:t>baseline_tfidf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6642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Classical ML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TF-IDF + LogReg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828800"/>
            <a:ext cx="2121408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828800"/>
            <a:ext cx="54864" cy="26517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011680"/>
            <a:ext cx="166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Fira Code"/>
              </a:rPr>
              <a:t>cnn_text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560320"/>
            <a:ext cx="16642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Deep learning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Dual-branch CNN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828800"/>
            <a:ext cx="2121408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54864" cy="2651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011680"/>
            <a:ext cx="166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Fira Code"/>
              </a:rPr>
              <a:t>distilbert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560320"/>
            <a:ext cx="16642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Transformer (text)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DistilBERT 67M fine-tuned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828800"/>
            <a:ext cx="2121408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828800"/>
            <a:ext cx="54864" cy="2651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011680"/>
            <a:ext cx="166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Fira Code"/>
              </a:rPr>
              <a:t>codebert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560320"/>
            <a:ext cx="16642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Transformer (code)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CodeBERT 125M fine-tuned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828800"/>
            <a:ext cx="2121408" cy="2651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828800"/>
            <a:ext cx="54864" cy="26517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011680"/>
            <a:ext cx="166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Fira Code"/>
              </a:rPr>
              <a:t>ensemble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560320"/>
            <a:ext cx="16642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Soft voting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Sans"/>
              </a:rPr>
              <a:t>L-BFGS-B over the 4 probas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Fira Sans"/>
              </a:rPr>
              <a:t>Not an LLM application — these are supervised classifiers (encoder-only transformers, not generative).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Fira Sans"/>
              </a:rPr>
              <a:t>Local-only inference path — no cloud, no API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03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CommitBench → 70/15/15 stratified → balanced → five trained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4 / 13</a:t>
            </a:r>
          </a:p>
        </p:txBody>
      </p:sp>
      <p:pic>
        <p:nvPicPr>
          <p:cNvPr id="8" name="Picture 7" descr="05_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98" y="1554480"/>
            <a:ext cx="2841162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91640"/>
            <a:ext cx="3429000" cy="4617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54864" cy="4617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Fira Sans"/>
              </a:rPr>
              <a:t>class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Fira Code"/>
              </a:rPr>
              <a:t>fix          62.6 %</a:t>
            </a:r>
          </a:p>
          <a:p>
            <a:pPr algn="l"/>
            <a:r>
              <a:rPr sz="1000" b="0">
                <a:solidFill>
                  <a:srgbClr val="CBD5E1"/>
                </a:solidFill>
                <a:latin typeface="Fira Code"/>
              </a:rPr>
              <a:t>feat         11.6 %</a:t>
            </a:r>
          </a:p>
          <a:p>
            <a:pPr algn="l"/>
            <a:r>
              <a:rPr sz="1000" b="0">
                <a:solidFill>
                  <a:srgbClr val="CBD5E1"/>
                </a:solidFill>
                <a:latin typeface="Fira Code"/>
              </a:rPr>
              <a:t>refactor     11.1 %</a:t>
            </a:r>
          </a:p>
          <a:p>
            <a:pPr algn="l"/>
            <a:r>
              <a:rPr sz="1000" b="0">
                <a:solidFill>
                  <a:srgbClr val="CBD5E1"/>
                </a:solidFill>
                <a:latin typeface="Fira Code"/>
              </a:rPr>
              <a:t>test         10.5 %</a:t>
            </a:r>
          </a:p>
          <a:p>
            <a:pPr algn="l"/>
            <a:r>
              <a:rPr sz="1000" b="0">
                <a:solidFill>
                  <a:srgbClr val="CBD5E1"/>
                </a:solidFill>
                <a:latin typeface="Fira Code"/>
              </a:rPr>
              <a:t>docs          4.2 %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337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Fira Sans"/>
              </a:rPr>
              <a:t>cost-sensitive  (sklearn / TF)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118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class_weight="balanced"</a:t>
            </a:r>
          </a:p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w_c = n / (k · n_c)</a:t>
            </a:r>
          </a:p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no data 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Fira Sans"/>
              </a:rPr>
              <a:t>balanced subsample  (BERTs)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src/data/balance.py</a:t>
            </a:r>
          </a:p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1,600 rows × 5 classes</a:t>
            </a:r>
          </a:p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→ train_balanced.csv</a:t>
            </a:r>
          </a:p>
          <a:p>
            <a:pPr algn="l"/>
            <a:r>
              <a:rPr sz="900" b="0">
                <a:solidFill>
                  <a:srgbClr val="CBD5E1"/>
                </a:solidFill>
                <a:latin typeface="Fira Code"/>
              </a:rPr>
              <a:t>MPS-safe alternative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989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Fira Sans"/>
              </a:rPr>
              <a:t>equivalent in expectation [He &amp; Garcia, 2009]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Test set — 5,845 commits  ·  baseline_tfidf wins on every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5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Fira San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Fira Sans"/>
              </a:rPr>
              <a:t>macro F1 — visual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20239"/>
            <a:ext cx="36576" cy="5029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3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Fira Code"/>
              </a:rPr>
              <a:t>baseline_tfidf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92023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70.93 %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3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0.6632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089403"/>
            <a:ext cx="4937760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2089403"/>
            <a:ext cx="4937760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68879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14599"/>
            <a:ext cx="36576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1459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Fira Code"/>
              </a:rPr>
              <a:t>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51459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68.96 %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51459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0.6438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683763"/>
            <a:ext cx="4937760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683763"/>
            <a:ext cx="4793320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063239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108959"/>
            <a:ext cx="36576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10895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Fira Code"/>
              </a:rPr>
              <a:t>cnn_text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10895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65.99 %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10895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0.5861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278123"/>
            <a:ext cx="4937760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3278123"/>
            <a:ext cx="4363723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57600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703320"/>
            <a:ext cx="36576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703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Fira Code"/>
              </a:rPr>
              <a:t>codebert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7033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60.89 %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7033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0.5800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872484"/>
            <a:ext cx="4937760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3872484"/>
            <a:ext cx="4318306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251960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297680"/>
            <a:ext cx="36576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2976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Fira Code"/>
              </a:rPr>
              <a:t>distilbert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297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58.58 %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297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8FAFC"/>
                </a:solidFill>
                <a:latin typeface="Fira Code"/>
              </a:rPr>
              <a:t>0.5515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466844"/>
            <a:ext cx="4937760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466844"/>
            <a:ext cx="4106113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Fira Sans"/>
              </a:rPr>
              <a:t>Why TF-IDF wins: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Fira Sans"/>
              </a:rPr>
              <a:t>commit messages are short (median 7 tokens), the diff signal is captured well by char n-grams, and transformers were fine-tuned on only 6–8 k balanced examples.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05 ·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When the model knows better than the author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6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" cy="43891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Fira Code"/>
              </a:rPr>
              <a:t>residence-back  ·  25 commits  ·  100 % Conventional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Fira Code"/>
              </a:rPr>
              <a:t>15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Fira Sans"/>
              </a:rPr>
              <a:t>agreement with the author-supplied prefix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Fira Sans"/>
              </a:rPr>
              <a:t>of the 10 disagreements: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•  8  were author mislabels  (fix → actually feat)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•  2  were genuine model errors on docs commits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Fira Code"/>
              </a:rPr>
              <a:t>Defensible accuracy ≈ 92 %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737360"/>
            <a:ext cx="5257800" cy="2057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737360"/>
            <a:ext cx="54864" cy="2057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1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author said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240280"/>
            <a:ext cx="640080" cy="292608"/>
          </a:xfrm>
          <a:prstGeom prst="rect">
            <a:avLst/>
          </a:prstGeom>
          <a:solidFill>
            <a:srgbClr val="402D3C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  <a:latin typeface="Fira Code"/>
              </a:rPr>
              <a:t>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24028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fix: super_admin can access any condominium without a formal UCR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718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Fira Sans"/>
              </a:rPr>
              <a:t>→ adds a brand-new capability for super_admin; semantically a feature.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069080"/>
            <a:ext cx="5257800" cy="2057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069080"/>
            <a:ext cx="54864" cy="20574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model said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572000"/>
            <a:ext cx="685800" cy="292608"/>
          </a:xfrm>
          <a:prstGeom prst="rect">
            <a:avLst/>
          </a:prstGeom>
          <a:solidFill>
            <a:srgbClr val="1E4340"/>
          </a:solidFill>
          <a:ln w="63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72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  <a:latin typeface="Fira Code"/>
              </a:rPr>
              <a:t>feat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Fira Code"/>
              </a:rPr>
              <a:t>confidence 0.985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3035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Fira Sans"/>
              </a:rPr>
              <a:t>The classifier picked up on the diff: a new authorisation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06 ·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Discriminative → Generative  ·  local LLMs via Ollama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7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212080" cy="4434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" cy="4434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Fira Sans"/>
              </a:rPr>
              <a:t>what we had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Classifier: message + diff  →  one of 5 labels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TF-IDF baseline at 70.93 % acc / 0.66 F1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Useful, but answers the wrong question — it only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re-labels what the developer already wrote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83080"/>
            <a:ext cx="5577840" cy="4434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783080"/>
            <a:ext cx="54864" cy="44348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Fira Sans"/>
              </a:rPr>
              <a:t>what we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Generator: diff alone  →  full Conventional Commit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5 local LLMs served by Ollama (16 GB unified RAM):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qwen2.5-coder 1.5b / 3b,  llama3.2 3b-instruct,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phi3.5 3.8b-mini-instruct,  deepseek-coder 1.3b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4 prompting strategies × 5 models = 20 configs swept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Old classifier  →  reused as type verifier (hybrid)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07 ·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Sweep results — type-exact-match on stratified n=50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8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Fira Sans"/>
              </a:rPr>
              <a:t>best strategy per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type-match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508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Fira Sans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39"/>
            <a:ext cx="36576" cy="4754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39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Fira Code"/>
              </a:rPr>
              <a:t>phi3.5:3.8b-mini · few_shot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920239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36.0 %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075688"/>
            <a:ext cx="3749039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075688"/>
            <a:ext cx="3749039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441448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487168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487168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llama3.2:3b · CoT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48716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32.0 %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642616"/>
            <a:ext cx="3749039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2642616"/>
            <a:ext cx="3332480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08376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54096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qwen2.5-coder:3b · CoT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054096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30.0 %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209544"/>
            <a:ext cx="3749039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3209544"/>
            <a:ext cx="3124200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575303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621023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21023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qwen2.5-coder:1.5b · CoT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621023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26.0 %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76472"/>
            <a:ext cx="3749039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776472"/>
            <a:ext cx="2707640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142231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87951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187951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deepseek-coder:1.3b · 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187951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18.0 %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4343399"/>
            <a:ext cx="3749039" cy="164592"/>
          </a:xfrm>
          <a:prstGeom prst="rect">
            <a:avLst/>
          </a:prstGeom>
          <a:solidFill>
            <a:srgbClr val="0B1220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4343399"/>
            <a:ext cx="1874519" cy="1645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Fira Sans"/>
              </a:rPr>
              <a:t>Key insight: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Fira Sans"/>
              </a:rPr>
              <a:t>instruction-tuning matters more than parameter count or family — phi3.5 (instruct) &gt; qwen-coder (code-aware base); deepseek-coder (base/completion) hits 100 % parse-fail outside JSON-mode.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08 · LLM VS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Apples-to-apples  ·  same input, same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9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Fira Sans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916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Fira Sans"/>
              </a:rPr>
              <a:t>weighted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TF-IDF baseline (n=5 845)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57400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70.93 %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57400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0.6632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5740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0.7187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78608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24328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24328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qwen2.5-coder:3b · rag (n=200)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2432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74.00 %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24328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0.5639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2432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0.7190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45536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191256"/>
            <a:ext cx="36576" cy="4754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91256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Code"/>
              </a:rPr>
              <a:t>Hard-vote ensemble (4 members)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91256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77.50 %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191256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0.6014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9125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0.7457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12464"/>
            <a:ext cx="1106424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758184"/>
            <a:ext cx="36576" cy="47548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58184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Fira Code"/>
              </a:rPr>
              <a:t>Weighted ensemble (TF-IDF 2× boost)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758184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75.00 %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758184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0.6698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5818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8FAFC"/>
                </a:solidFill>
                <a:latin typeface="Fira Code"/>
              </a:rPr>
              <a:t>0.7505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Fira Sans"/>
              </a:rPr>
              <a:t>What the winner row says: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Fira Sans"/>
              </a:rPr>
              <a:t>The heterogeneous voting ensemble (qwen2.5-coder:3b + phi3.5:3.8b-mini + TF-IDF voter, weighted by accuracy with the TF-IDF voter doubled) is the first configuration that strictly beats the discriminative baseline on every test-set metric — accuracy +4.07 pp, macro-F1 +0.0066, weighted-F1 +0.0318. The TF-IDF baseline is reused as a tie-breaker on minority classes (docs, refactor, test), turning the discriminative work into infrastructure rather than competition.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09 ·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Topic 11  ·  natural-language interface · LLM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10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303520" cy="4434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" cy="4434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Fira Sans"/>
              </a:rPr>
              <a:t>model stack — all 3 layers are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orchestrator → llama3.2:3b-instruct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decides which tool to call,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writes the final interpretation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classifier  → llm:qwen2.5-coder:3b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RAG few-shot retrieval over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the train corpus (27 k commits)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generator   → qwen2.5-coder:3b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hybrid pipeline: LLM + verifier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(the TF-IDF baseline corrects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    the type when confidence ≥ 0.6)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83080"/>
            <a:ext cx="5532120" cy="4434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83080"/>
            <a:ext cx="54864" cy="44348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Fira Sans"/>
              </a:rPr>
              <a:t>6 tool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classify_commit         classify_repo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generate_commit_message scan_repo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Fira Code"/>
              </a:rPr>
              <a:t>list_models             list_classes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37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Fira Sans"/>
              </a:rPr>
              <a:t>example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👤  "classify the last 10 commits of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/Users/jesus/Desktop/skillapp"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/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🛠  classify_repo  →  histogram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{feat: 7, refactor: 3, fix: 0,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 docs: 0, test: 0}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/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🤖  "70 % feat, 30 % refactor, no fix —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active feature phase, not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maintenance."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10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Local app — Streamlit GUI (6 tabs) + Typer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11 / 13</a:t>
            </a:r>
          </a:p>
        </p:txBody>
      </p:sp>
      <p:pic>
        <p:nvPicPr>
          <p:cNvPr id="8" name="Picture 7" descr="04_metric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32" y="1645920"/>
            <a:ext cx="7237814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45920"/>
            <a:ext cx="356616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45920"/>
            <a:ext cx="54864" cy="2286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$ python -m app.cli \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predict-cmd \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--message "fix: oauth bug" \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    --model baseline_tfidf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/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Code"/>
              </a:rPr>
              <a:t>fix (0.786)  via baseline_tfidf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114800"/>
            <a:ext cx="35661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41148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51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what the GUI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57200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Fira Sans"/>
              </a:rPr>
              <a:t>• 2 px class-coloured gutter on every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Sans"/>
              </a:rPr>
              <a:t>  prediction card (signature element)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Sans"/>
              </a:rPr>
              <a:t>• 5-row probability bars in mono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Sans"/>
              </a:rPr>
              <a:t>• Diff viewer with +/- syntax colouring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Fira Sans"/>
              </a:rPr>
              <a:t>• Repo-scan histogram by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Fira Sans"/>
              </a:rPr>
              <a:t>11 ·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Fira Sans"/>
              </a:rPr>
              <a:t>What we know we left on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Fira Code"/>
              </a:rPr>
              <a:t>Commit Type Classifier ·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Fira Code"/>
              </a:rPr>
              <a:t>12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" cy="42976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Fira San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5 of the 10 canonical Conventional Commit types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English corpus only — Spanish messages degrade the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text branch (diff branch is language-agnostic)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Apple-Silicon MPS hangs when TF and PyTorch share a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process, so the ensemble runs only at evaluation time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Transformers fine-tuned on 6–8 k balanced examples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(not the full 27 k train split)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54864" cy="42976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Fira Sans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Stacking ensemble with a learned meta-classifier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(closes the gap with the TF-IDF baseline)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Multilingual transformer (Spanish + English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code review reality in Latin-American teams)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CodeBERT → 30 M-parameter distilled student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for CPU-only deployment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/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•  Wrap the inference layer in Flask / FastAPI so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Fira Sans"/>
              </a:rPr>
              <a:t>    C1 can call it as an HTTP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8FAFC"/>
                </a:solidFill>
                <a:latin typeface="Fira Sans"/>
              </a:rPr>
              <a:t>thanks ·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Fira Sans"/>
              </a:rPr>
              <a:t>Commit Type Classifier  ·  Component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Fira Code"/>
              </a:rPr>
              <a:t>Jesús Beleño  ·  Juan Forero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54880"/>
            <a:ext cx="54864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Fira Code"/>
              </a:rPr>
              <a:t>github.com/jbeleno/commit-type-classifier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